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altLang="en-US" sz="1600" b="1">
                <a:solidFill>
                  <a:srgbClr val="1E2761"/>
                </a:solidFill>
                <a:latin typeface="Microsoft JhengHei"/>
              </a:rPr>
              <a:t>七天練習：每日答對率趨勢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每日答對率 (%)</c:v>
                </c:pt>
              </c:strCache>
            </c:strRef>
          </c:tx>
          <c:spPr>
            <a:ln w="38100">
              <a:solidFill>
                <a:srgbClr val="3D5AA9"/>
              </a:solidFill>
            </a:ln>
          </c:spPr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E2761"/>
                    </a:solidFill>
                    <a:latin typeface="Microsoft JhengHei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第1天</c:v>
                </c:pt>
                <c:pt idx="1">
                  <c:v>第2天</c:v>
                </c:pt>
                <c:pt idx="2">
                  <c:v>第3天</c:v>
                </c:pt>
                <c:pt idx="3">
                  <c:v>第4天</c:v>
                </c:pt>
                <c:pt idx="4">
                  <c:v>第5天</c:v>
                </c:pt>
                <c:pt idx="5">
                  <c:v>第6天</c:v>
                </c:pt>
                <c:pt idx="6">
                  <c:v>第7天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61</c:v>
                </c:pt>
                <c:pt idx="2">
                  <c:v>68</c:v>
                </c:pt>
                <c:pt idx="3">
                  <c:v>72</c:v>
                </c:pt>
                <c:pt idx="4">
                  <c:v>80</c:v>
                </c:pt>
                <c:pt idx="5">
                  <c:v>86</c:v>
                </c:pt>
                <c:pt idx="6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4E-4008-B256-4CE24567FC4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B2B2B"/>
                </a:solidFill>
                <a:latin typeface="Microsoft JhengHei"/>
              </a:defRPr>
            </a:pPr>
            <a:endParaRPr lang="zh-TW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A8A8A"/>
                </a:solidFill>
                <a:latin typeface="Microsoft JhengHei"/>
              </a:defRPr>
            </a:pPr>
            <a:endParaRPr lang="zh-TW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51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ADCFC"/>
                </a:solidFill>
                <a:latin typeface="Microsoft JhengHei"/>
              </a:rPr>
              <a:t>AI 協作開發實錄  ·  2026.07.26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49807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Microsoft JhengHei"/>
              </a:rPr>
              <a:t>從零打造</a:t>
            </a:r>
          </a:p>
          <a:p>
            <a:pPr algn="l">
              <a:lnSpc>
                <a:spcPct val="105000"/>
              </a:lnSpc>
            </a:pPr>
            <a:r>
              <a:rPr sz="6000" b="1">
                <a:solidFill>
                  <a:srgbClr val="F4B942"/>
                </a:solidFill>
                <a:latin typeface="Microsoft JhengHei"/>
              </a:rPr>
              <a:t>你的第一個工具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6766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CADCFC"/>
                </a:solidFill>
                <a:latin typeface="Microsoft JhengHei"/>
              </a:rPr>
              <a:t>英文單字學習工具 — 我如何用「一句話 + 一個下午」，
跟 AI 一起做出一個真的能用的小程式。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ADCFC"/>
                </a:solidFill>
                <a:latin typeface="Microsoft JhengHei"/>
              </a:rPr>
              <a:t>分享人：Hady   |   工具型別：桌面 GUI（Python）</a:t>
            </a:r>
          </a:p>
        </p:txBody>
      </p:sp>
      <p:pic>
        <p:nvPicPr>
          <p:cNvPr id="6" name="Picture 5" descr="ui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48" y="1051560"/>
            <a:ext cx="3779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E2761"/>
                </a:solidFill>
                <a:latin typeface="Microsoft JhengHei"/>
              </a:rPr>
              <a:t>我跟 AI 是怎麼把它做出來的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A8A"/>
                </a:solidFill>
                <a:latin typeface="Microsoft JhengHei"/>
              </a:rPr>
              <a:t>全程用對話完成，五個步驟，不到一個下午。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37259" y="2702051"/>
            <a:ext cx="9034272" cy="3657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9" y="32461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提出需求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9" y="3794760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Microsoft JhengHei"/>
              </a:rPr>
              <a:t>丟一張截圖 +
一句「用最簡單的方式完成」</a:t>
            </a:r>
          </a:p>
        </p:txBody>
      </p:sp>
      <p:sp>
        <p:nvSpPr>
          <p:cNvPr id="8" name="Oval 7"/>
          <p:cNvSpPr/>
          <p:nvPr/>
        </p:nvSpPr>
        <p:spPr>
          <a:xfrm>
            <a:off x="2807208" y="233172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2461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釐清關鍵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3794760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Microsoft JhengHei"/>
              </a:rPr>
              <a:t>AI 先反問：資料要本地
還是接 API？→ 選本地離線</a:t>
            </a:r>
          </a:p>
        </p:txBody>
      </p:sp>
      <p:sp>
        <p:nvSpPr>
          <p:cNvPr id="11" name="Oval 10"/>
          <p:cNvSpPr/>
          <p:nvPr/>
        </p:nvSpPr>
        <p:spPr>
          <a:xfrm>
            <a:off x="5065776" y="233172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2461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生成程式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794760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Microsoft JhengHei"/>
              </a:rPr>
              <a:t>產出單一 app.py，
只用標準函式庫、零安裝</a:t>
            </a:r>
          </a:p>
        </p:txBody>
      </p:sp>
      <p:sp>
        <p:nvSpPr>
          <p:cNvPr id="14" name="Oval 13"/>
          <p:cNvSpPr/>
          <p:nvPr/>
        </p:nvSpPr>
        <p:spPr>
          <a:xfrm>
            <a:off x="7324344" y="233172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3" y="32461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建置驗證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3" y="3794760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Microsoft JhengHei"/>
              </a:rPr>
              <a:t>建虛擬環境、語法檢查、
自動產生 words.json</a:t>
            </a:r>
          </a:p>
        </p:txBody>
      </p:sp>
      <p:sp>
        <p:nvSpPr>
          <p:cNvPr id="17" name="Oval 16"/>
          <p:cNvSpPr/>
          <p:nvPr/>
        </p:nvSpPr>
        <p:spPr>
          <a:xfrm>
            <a:off x="9582912" y="233172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2461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一鍵執行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794760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Microsoft JhengHei"/>
              </a:rPr>
              <a:t>加上 start.bat，
雙擊即開，成功運行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742432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4B942"/>
                </a:solidFill>
                <a:latin typeface="Microsoft JhengHei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742432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761"/>
                </a:solidFill>
                <a:latin typeface="Microsoft JhengHei"/>
              </a:rPr>
              <a:t>關鍵心法：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把需求說清楚、讓 AI 先問對問題，比「會不會寫程式」更重要。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E2761"/>
                </a:solidFill>
                <a:latin typeface="Microsoft JhengHei"/>
              </a:rPr>
              <a:t>打開就能用：三步驟上手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A8A"/>
                </a:solidFill>
                <a:latin typeface="Microsoft JhengHei"/>
              </a:rPr>
              <a:t>搭配專案資料夾，看懂每個檔案、學會怎麼啟動。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761"/>
                </a:solidFill>
                <a:latin typeface="Microsoft JhengHei"/>
              </a:rPr>
              <a:t>① 你的專案資料夾長這樣</a:t>
            </a:r>
          </a:p>
        </p:txBody>
      </p:sp>
      <p:pic>
        <p:nvPicPr>
          <p:cNvPr id="5" name="Picture 4" descr="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5212080" cy="3243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874519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761"/>
                </a:solidFill>
                <a:latin typeface="Microsoft JhengHei"/>
              </a:rPr>
              <a:t>② 兩種啟動方式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286000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91072" y="2459736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最簡單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4688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B2B2B"/>
                </a:solidFill>
                <a:latin typeface="Microsoft JhengHei"/>
              </a:rPr>
              <a:t>雙擊  start.bat  → 視窗自動開啟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1072" y="3328416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指令列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3375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B2B2B"/>
                </a:solidFill>
                <a:latin typeface="Microsoft JhengHei"/>
              </a:rPr>
              <a:t>先  .venv\Scripts\activate.bat ，再  python 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1605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761"/>
                </a:solidFill>
                <a:latin typeface="Microsoft JhengHei"/>
              </a:rPr>
              <a:t>③ 選功能開始學（示範：拼字測驗）</a:t>
            </a:r>
          </a:p>
        </p:txBody>
      </p:sp>
      <p:pic>
        <p:nvPicPr>
          <p:cNvPr id="14" name="Picture 13" descr="ui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1817077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4617720"/>
            <a:ext cx="35661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2B2B2B"/>
                </a:solidFill>
                <a:latin typeface="Microsoft JhengHei"/>
              </a:rPr>
              <a:t>· 新增單字
· 列出所有單字
· 單字挑戰（中→英）
· 單字測驗（英→中）
· 拼字測驗（填空）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E2761"/>
                </a:solidFill>
                <a:latin typeface="Microsoft JhengHei"/>
              </a:rPr>
              <a:t>下一步：讓工具「開口說話」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A8A"/>
                </a:solidFill>
                <a:latin typeface="Microsoft JhengHei"/>
              </a:rPr>
              <a:t>來自同學討論的迭代方向 — ★ 為本次討論重點，其餘為延伸建議。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486400" cy="4160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B942"/>
                </a:solidFill>
                <a:latin typeface="Microsoft JhengHei"/>
              </a:rPr>
              <a:t>★ 加入聲音（同學提案）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Microsoft JhengHei"/>
              </a:rPr>
              <a:t>• 點單字就能聽「正確英文發音」
• 拼字測驗改成「先聽再拼」，
  訓練聽力與拼寫
• 做法單純：先用系統內建語音
  （離線 TTS），零額外費用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6596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1671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例句與情境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B2B2B"/>
                </a:solidFill>
                <a:latin typeface="Microsoft JhengHei"/>
              </a:rPr>
              <a:t>把單字放進句子，理解實際用法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406139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60730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錯題本 · 間隔複習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91939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B2B2B"/>
                </a:solidFill>
                <a:latin typeface="Microsoft JhengHei"/>
              </a:rPr>
              <a:t>自動記錄答錯的字，隔天優先再考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84632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504748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761"/>
                </a:solidFill>
                <a:latin typeface="Microsoft JhengHei"/>
              </a:rPr>
              <a:t>匯入 / 匯出字庫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5321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B2B2B"/>
                </a:solidFill>
                <a:latin typeface="Microsoft JhengHei"/>
              </a:rPr>
              <a:t>用 CSV 和同學互相分享單字表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E2761"/>
                </a:solidFill>
                <a:latin typeface="Microsoft JhengHei"/>
              </a:rPr>
              <a:t>工具能自動生成的學習儀表板（示意）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A8A"/>
                </a:solidFill>
                <a:latin typeface="Microsoft JhengHei"/>
              </a:rPr>
              <a:t>把每次測驗結果存下來，就能畫出「答對率進步曲線」— 這是量化成效追蹤。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2148840"/>
            <a:ext cx="3429000" cy="3840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2514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ADCFC"/>
                </a:solidFill>
                <a:latin typeface="Microsoft JhengHei"/>
              </a:rPr>
              <a:t>重點洞察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0632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4B942"/>
                </a:solidFill>
                <a:latin typeface="Microsoft JhengHei"/>
              </a:rPr>
              <a:t>＋35%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206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七天內，答對率從
55% 一路提升到 90%。
看得見的進步，
最能維持學習動力。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8A8A"/>
                </a:solidFill>
                <a:latin typeface="Microsoft JhengHei"/>
              </a:rPr>
              <a:t>＊資料為示意；工具現況已能運行，補上「記錄成績」即可自動生成此圖。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你也可以。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4B942"/>
                </a:solidFill>
                <a:latin typeface="Microsoft JhengHei"/>
              </a:rPr>
              <a:t>今天就動手做出第一個工具。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6517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2C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4B942"/>
                </a:solidFill>
                <a:latin typeface="Microsoft JhengHei"/>
              </a:rPr>
              <a:t>0 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ADCFC"/>
                </a:solidFill>
                <a:latin typeface="Microsoft JhengHei"/>
              </a:rPr>
              <a:t>全程零花費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6517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2C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288036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4B942"/>
                </a:solidFill>
                <a:latin typeface="Microsoft JhengHei"/>
              </a:rPr>
              <a:t>0 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37947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ADCFC"/>
                </a:solidFill>
                <a:latin typeface="Microsoft JhengHei"/>
              </a:rPr>
              <a:t>需安裝的第三方套件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6517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2C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88036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4B942"/>
                </a:solidFill>
                <a:latin typeface="Microsoft JhengHei"/>
              </a:rPr>
              <a:t>1 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7947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ADCFC"/>
                </a:solidFill>
                <a:latin typeface="Microsoft JhengHei"/>
              </a:rPr>
              <a:t>下午就能完成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怎麼開始？三步驟：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CADCFC"/>
                </a:solidFill>
                <a:latin typeface="Microsoft JhengHei"/>
              </a:rPr>
              <a:t>① 想一件你每天重複做的小事    ②  截圖或一句話丟給 AI    ③  跟著它一步步做、驗證，就能用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不用先變成工程師 — 先動手做出一個「能用」的東西，你就已經開始了。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329</Words>
  <Application>Microsoft Office PowerPoint</Application>
  <PresentationFormat>寬螢幕</PresentationFormat>
  <Paragraphs>63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Hady Tang(唐于茹)</cp:lastModifiedBy>
  <cp:revision>2</cp:revision>
  <dcterms:created xsi:type="dcterms:W3CDTF">2013-01-27T09:14:16Z</dcterms:created>
  <dcterms:modified xsi:type="dcterms:W3CDTF">2026-07-25T17:41:18Z</dcterms:modified>
  <cp:category/>
</cp:coreProperties>
</file>